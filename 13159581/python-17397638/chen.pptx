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0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84676-8E7C-4330-9977-E8E1DB8FA852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9C153-FB41-4211-A346-7E3F61C7C6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9C153-FB41-4211-A346-7E3F61C7C61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2021/5/4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8.wav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rychen</a:t>
            </a:r>
            <a:r>
              <a:rPr lang="zh-CN" altLang="en-US" dirty="0" smtClean="0"/>
              <a:t>库</a:t>
            </a:r>
            <a:r>
              <a:rPr lang="zh-CN" altLang="en-US" dirty="0" smtClean="0"/>
              <a:t>的使用方法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陈锦奕出品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wedge/>
    <p:sndAc>
      <p:stSnd>
        <p:snd r:embed="rId2" name="explode.wav" builtIn="1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1.c_print</a:t>
            </a:r>
            <a:r>
              <a:rPr lang="zh-CN" altLang="en-US" dirty="0" smtClean="0"/>
              <a:t>逐字输出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6357950" cy="5143536"/>
          </a:xfrm>
        </p:spPr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rychen.print</a:t>
            </a:r>
            <a:r>
              <a:rPr lang="en-US" altLang="zh-CN" dirty="0" smtClean="0"/>
              <a:t> import *</a:t>
            </a:r>
            <a:endParaRPr lang="en-US" altLang="zh-CN" dirty="0" smtClean="0"/>
          </a:p>
          <a:p>
            <a:r>
              <a:rPr lang="en-US" altLang="zh-CN" dirty="0" err="1" smtClean="0"/>
              <a:t>c_print</a:t>
            </a:r>
            <a:r>
              <a:rPr lang="en-US" altLang="zh-CN" dirty="0" smtClean="0"/>
              <a:t>(“</a:t>
            </a:r>
            <a:r>
              <a:rPr lang="zh-CN" altLang="en-US" dirty="0" smtClean="0"/>
              <a:t>你想要逐字输出的字</a:t>
            </a:r>
            <a:r>
              <a:rPr lang="en-US" altLang="zh-CN" dirty="0" smtClean="0"/>
              <a:t>”)</a:t>
            </a:r>
          </a:p>
          <a:p>
            <a:endParaRPr lang="en-US" altLang="zh-CN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可能有</a:t>
            </a:r>
            <a:r>
              <a:rPr lang="en-US" altLang="zh-CN" dirty="0" smtClean="0"/>
              <a:t>bug</a:t>
            </a:r>
            <a:r>
              <a:rPr lang="zh-CN" altLang="en-US" dirty="0" smtClean="0"/>
              <a:t>，重试一下就好了。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 thruBlk="1"/>
    <p:sndAc>
      <p:stSnd>
        <p:snd r:embed="rId3" name="type.wav" builtIn="1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 </a:t>
            </a:r>
            <a:r>
              <a:rPr lang="en-US" altLang="zh-CN" dirty="0" err="1" smtClean="0"/>
              <a:t>c_tkprint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6072230" cy="5143536"/>
          </a:xfrm>
        </p:spPr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rychen.tkprint</a:t>
            </a:r>
            <a:r>
              <a:rPr lang="en-US" altLang="zh-CN" dirty="0" smtClean="0"/>
              <a:t> </a:t>
            </a:r>
            <a:r>
              <a:rPr lang="en-US" altLang="zh-CN" dirty="0" smtClean="0"/>
              <a:t>import *</a:t>
            </a:r>
          </a:p>
          <a:p>
            <a:r>
              <a:rPr lang="en-US" altLang="zh-CN" dirty="0" err="1" smtClean="0"/>
              <a:t>c_tkprint</a:t>
            </a:r>
            <a:r>
              <a:rPr lang="en-US" altLang="zh-CN" dirty="0" smtClean="0"/>
              <a:t>("</a:t>
            </a:r>
            <a:r>
              <a:rPr lang="zh-CN" altLang="en-US" dirty="0" smtClean="0"/>
              <a:t>这里写内容</a:t>
            </a:r>
            <a:r>
              <a:rPr lang="en-US" altLang="zh-CN" dirty="0" smtClean="0"/>
              <a:t>","</a:t>
            </a:r>
            <a:r>
              <a:rPr lang="zh-CN" altLang="en-US" dirty="0" smtClean="0"/>
              <a:t>这里写标题</a:t>
            </a:r>
            <a:r>
              <a:rPr lang="en-US" altLang="zh-CN" dirty="0" smtClean="0"/>
              <a:t>")</a:t>
            </a:r>
            <a:endParaRPr lang="en-US" altLang="zh-CN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还有很多内容要改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  <p:sndAc>
      <p:stSnd>
        <p:snd r:embed="rId2" name="hammer.wav" builtIn="1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3.c_card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428596" y="1142984"/>
            <a:ext cx="8715404" cy="5143536"/>
          </a:xfrm>
        </p:spPr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rychen.card</a:t>
            </a:r>
            <a:r>
              <a:rPr lang="en-US" altLang="zh-CN" dirty="0" smtClean="0"/>
              <a:t> </a:t>
            </a:r>
            <a:r>
              <a:rPr lang="en-US" altLang="zh-CN" dirty="0" smtClean="0"/>
              <a:t>import </a:t>
            </a:r>
            <a:r>
              <a:rPr lang="en-US" altLang="zh-CN" dirty="0" smtClean="0"/>
              <a:t>*</a:t>
            </a:r>
          </a:p>
          <a:p>
            <a:r>
              <a:rPr lang="en-US" altLang="zh-CN" dirty="0" err="1" smtClean="0"/>
              <a:t>c_card</a:t>
            </a:r>
            <a:r>
              <a:rPr lang="en-US" altLang="zh-CN" dirty="0" smtClean="0"/>
              <a:t>(“</a:t>
            </a:r>
            <a:r>
              <a:rPr lang="zh-CN" altLang="en-US" dirty="0" smtClean="0"/>
              <a:t>陈锦奕最帅！</a:t>
            </a:r>
            <a:r>
              <a:rPr lang="en-US" altLang="zh-CN" dirty="0" smtClean="0"/>
              <a:t>”)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half" idx="2"/>
          </p:nvPr>
        </p:nvSpPr>
        <p:spPr>
          <a:xfrm>
            <a:off x="457204" y="1142984"/>
            <a:ext cx="2471721" cy="5143536"/>
          </a:xfrm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  <p:transition>
    <p:zoom/>
    <p:sndAc>
      <p:stSnd>
        <p:snd r:embed="rId2" name="cashreg.wav" builtIn="1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logo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rychen.logo</a:t>
            </a:r>
            <a:r>
              <a:rPr lang="en-US" altLang="zh-CN" dirty="0" smtClean="0"/>
              <a:t> </a:t>
            </a:r>
            <a:r>
              <a:rPr lang="en-US" altLang="zh-CN" dirty="0" smtClean="0"/>
              <a:t>import *</a:t>
            </a:r>
          </a:p>
          <a:p>
            <a:r>
              <a:rPr lang="en-US" altLang="zh-CN" dirty="0" smtClean="0"/>
              <a:t>logo("333333333333333333333333333333333333333333")    logo("322222222232222222222232222222223222222223")    logo("433333333343333333333343333333334333333334")    logo("433333333343333333333343333333334333333334")    logo("433333333343333333333343333333334333333334")    logo("322222222232222222222232222222223222222223")    logo("w4343434343434343434343434343434343434343")    logo("w4343434343434343434343434343434343434343")    logo("w4343434343434343434343434343434343434343")    logo("w4343434343434343434343434343434343434343")    logo("132132132132132132132132132132132132132132")    logo("132132132132132132132132132132132132132132")    logo("132132132132132132132132132132132132132132")    logo("333333333333333333333333333333333333333333")    logo("             -r g</a:t>
            </a:r>
            <a:r>
              <a:rPr lang="zh-CN" altLang="en-US" dirty="0" smtClean="0"/>
              <a:t>陈</a:t>
            </a:r>
            <a:r>
              <a:rPr lang="en-US" altLang="zh-CN" dirty="0" smtClean="0"/>
              <a:t>y</a:t>
            </a:r>
            <a:r>
              <a:rPr lang="zh-CN" altLang="en-US" dirty="0" smtClean="0"/>
              <a:t>锦</a:t>
            </a:r>
            <a:r>
              <a:rPr lang="en-US" altLang="zh-CN" dirty="0" smtClean="0"/>
              <a:t>b</a:t>
            </a:r>
            <a:r>
              <a:rPr lang="zh-CN" altLang="en-US" dirty="0" smtClean="0"/>
              <a:t>奕</a:t>
            </a:r>
            <a:r>
              <a:rPr lang="en-US" altLang="zh-CN" dirty="0" smtClean="0"/>
              <a:t>p w-         “)</a:t>
            </a:r>
          </a:p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328846" cy="5143536"/>
          </a:xfrm>
        </p:spPr>
        <p:txBody>
          <a:bodyPr/>
          <a:lstStyle/>
          <a:p>
            <a:r>
              <a:rPr lang="en-US" altLang="zh-CN" dirty="0" smtClean="0"/>
              <a:t>0——</a:t>
            </a:r>
            <a:r>
              <a:rPr lang="zh-CN" altLang="en-US" dirty="0" smtClean="0"/>
              <a:t>打印一个空格长度的黑色背景</a:t>
            </a:r>
            <a:r>
              <a:rPr lang="en-US" altLang="zh-CN" dirty="0" smtClean="0"/>
              <a:t>1——</a:t>
            </a:r>
            <a:r>
              <a:rPr lang="zh-CN" altLang="en-US" dirty="0" smtClean="0"/>
              <a:t>打印一个空格长度的红色背景</a:t>
            </a:r>
            <a:r>
              <a:rPr lang="en-US" altLang="zh-CN" dirty="0" smtClean="0"/>
              <a:t>2——</a:t>
            </a:r>
            <a:r>
              <a:rPr lang="zh-CN" altLang="en-US" dirty="0" smtClean="0"/>
              <a:t>打印一个空格长度的绿色背景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打印一个空格长度的黄色背景</a:t>
            </a:r>
            <a:r>
              <a:rPr lang="en-US" altLang="zh-CN" dirty="0" smtClean="0"/>
              <a:t>4——</a:t>
            </a:r>
            <a:r>
              <a:rPr lang="zh-CN" altLang="en-US" dirty="0" smtClean="0"/>
              <a:t>打印一个空格长度的蓝色背景</a:t>
            </a:r>
            <a:r>
              <a:rPr lang="en-US" altLang="zh-CN" dirty="0" smtClean="0"/>
              <a:t>5——</a:t>
            </a:r>
            <a:r>
              <a:rPr lang="zh-CN" altLang="en-US" dirty="0" smtClean="0"/>
              <a:t>打印一个空格长度的紫红色背景</a:t>
            </a:r>
            <a:r>
              <a:rPr lang="en-US" altLang="zh-CN" dirty="0" smtClean="0"/>
              <a:t>6——</a:t>
            </a:r>
            <a:r>
              <a:rPr lang="zh-CN" altLang="en-US" dirty="0" smtClean="0"/>
              <a:t>打印一个空格长度的青蓝色背景</a:t>
            </a:r>
            <a:r>
              <a:rPr lang="en-US" altLang="zh-CN" dirty="0" smtClean="0"/>
              <a:t>7——</a:t>
            </a:r>
            <a:r>
              <a:rPr lang="zh-CN" altLang="en-US" dirty="0" smtClean="0"/>
              <a:t>打印一个空格长度的白色背景</a:t>
            </a:r>
            <a:r>
              <a:rPr lang="en-US" altLang="zh-CN" dirty="0" smtClean="0"/>
              <a:t>d——</a:t>
            </a:r>
            <a:r>
              <a:rPr lang="zh-CN" altLang="en-US" dirty="0" smtClean="0"/>
              <a:t>将下一个字符染为黑色</a:t>
            </a:r>
            <a:r>
              <a:rPr lang="en-US" altLang="zh-CN" dirty="0" smtClean="0"/>
              <a:t>r——</a:t>
            </a:r>
            <a:r>
              <a:rPr lang="zh-CN" altLang="en-US" dirty="0" smtClean="0"/>
              <a:t>将下一个字符染为红色</a:t>
            </a:r>
            <a:r>
              <a:rPr lang="en-US" altLang="zh-CN" dirty="0" smtClean="0"/>
              <a:t>g——</a:t>
            </a:r>
            <a:r>
              <a:rPr lang="zh-CN" altLang="en-US" dirty="0" smtClean="0"/>
              <a:t>将下一个字符染为绿色</a:t>
            </a:r>
            <a:r>
              <a:rPr lang="en-US" altLang="zh-CN" dirty="0" smtClean="0"/>
              <a:t>y——</a:t>
            </a:r>
            <a:r>
              <a:rPr lang="zh-CN" altLang="en-US" dirty="0" smtClean="0"/>
              <a:t>将下一个字符染为黄色</a:t>
            </a:r>
            <a:r>
              <a:rPr lang="en-US" altLang="zh-CN" dirty="0" smtClean="0"/>
              <a:t>b——</a:t>
            </a:r>
            <a:r>
              <a:rPr lang="zh-CN" altLang="en-US" dirty="0" smtClean="0"/>
              <a:t>将下一个字符染为蓝色</a:t>
            </a:r>
            <a:r>
              <a:rPr lang="en-US" altLang="zh-CN" dirty="0" smtClean="0"/>
              <a:t>p——</a:t>
            </a:r>
            <a:r>
              <a:rPr lang="zh-CN" altLang="en-US" dirty="0" smtClean="0"/>
              <a:t>将下一个字符染为紫红色</a:t>
            </a:r>
            <a:r>
              <a:rPr lang="en-US" altLang="zh-CN" dirty="0" smtClean="0"/>
              <a:t>q——</a:t>
            </a:r>
            <a:r>
              <a:rPr lang="zh-CN" altLang="en-US" dirty="0" smtClean="0"/>
              <a:t>将下一个字符染为青蓝色</a:t>
            </a:r>
            <a:r>
              <a:rPr lang="en-US" altLang="zh-CN" dirty="0" smtClean="0"/>
              <a:t>w——</a:t>
            </a:r>
            <a:r>
              <a:rPr lang="zh-CN" altLang="en-US" dirty="0" smtClean="0"/>
              <a:t>将下一个字符染为白色</a:t>
            </a:r>
            <a:endParaRPr lang="zh-CN" altLang="en-US" dirty="0"/>
          </a:p>
        </p:txBody>
      </p:sp>
    </p:spTree>
  </p:cSld>
  <p:clrMapOvr>
    <a:masterClrMapping/>
  </p:clrMapOvr>
  <p:transition>
    <p:zoom dir="in"/>
    <p:sndAc>
      <p:stSnd>
        <p:snd r:embed="rId2" name="camera.wav" builtIn="1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</a:t>
            </a:r>
            <a:r>
              <a:rPr lang="zh-CN" altLang="en-US" dirty="0" smtClean="0"/>
              <a:t>等待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rychen.t</a:t>
            </a:r>
            <a:r>
              <a:rPr lang="en-US" altLang="zh-CN" dirty="0" smtClean="0"/>
              <a:t> </a:t>
            </a:r>
            <a:r>
              <a:rPr lang="en-US" altLang="zh-CN" dirty="0" smtClean="0"/>
              <a:t>import *</a:t>
            </a:r>
          </a:p>
          <a:p>
            <a:r>
              <a:rPr lang="en-US" altLang="zh-CN" dirty="0" smtClean="0"/>
              <a:t>c_t1() </a:t>
            </a:r>
          </a:p>
          <a:p>
            <a:r>
              <a:rPr lang="en-US" altLang="zh-CN" dirty="0" smtClean="0"/>
              <a:t>c_t2()</a:t>
            </a:r>
          </a:p>
          <a:p>
            <a:r>
              <a:rPr lang="en-US" altLang="zh-CN" dirty="0" err="1" smtClean="0"/>
              <a:t>c_t</a:t>
            </a:r>
            <a:r>
              <a:rPr lang="en-US" altLang="zh-CN" dirty="0" smtClean="0"/>
              <a:t>(5)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smtClean="0"/>
              <a:t>c_t1()#</a:t>
            </a:r>
            <a:r>
              <a:rPr lang="zh-CN" altLang="en-US" dirty="0" smtClean="0"/>
              <a:t>等待一秒</a:t>
            </a:r>
            <a:endParaRPr lang="en-US" altLang="zh-CN" dirty="0" smtClean="0"/>
          </a:p>
          <a:p>
            <a:r>
              <a:rPr lang="en-US" altLang="zh-CN" dirty="0" smtClean="0"/>
              <a:t>c_t2()#</a:t>
            </a:r>
            <a:r>
              <a:rPr lang="zh-CN" altLang="en-US" dirty="0" smtClean="0"/>
              <a:t>等待二秒</a:t>
            </a:r>
            <a:endParaRPr lang="en-US" altLang="zh-CN" dirty="0" smtClean="0"/>
          </a:p>
          <a:p>
            <a:r>
              <a:rPr lang="en-US" altLang="zh-CN" dirty="0" err="1" smtClean="0"/>
              <a:t>c_t</a:t>
            </a:r>
            <a:r>
              <a:rPr lang="en-US" altLang="zh-CN" dirty="0" smtClean="0"/>
              <a:t>(t)#</a:t>
            </a:r>
            <a:r>
              <a:rPr lang="zh-CN" altLang="en-US" dirty="0" smtClean="0"/>
              <a:t>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里面写要等待数</a:t>
            </a:r>
            <a:endParaRPr lang="zh-CN" altLang="en-US" dirty="0"/>
          </a:p>
        </p:txBody>
      </p:sp>
    </p:spTree>
  </p:cSld>
  <p:clrMapOvr>
    <a:masterClrMapping/>
  </p:clrMapOvr>
  <p:transition>
    <p:wheel spokes="1"/>
    <p:sndAc>
      <p:stSnd>
        <p:snd r:embed="rId2" name="voltage.wav" builtIn="1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 </a:t>
            </a:r>
            <a:r>
              <a:rPr lang="en-US" altLang="zh-CN" dirty="0" err="1" smtClean="0"/>
              <a:t>c_clear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rychen.clear</a:t>
            </a:r>
            <a:r>
              <a:rPr lang="en-US" altLang="zh-CN" dirty="0" smtClean="0"/>
              <a:t> </a:t>
            </a:r>
            <a:r>
              <a:rPr lang="en-US" altLang="zh-CN" dirty="0" smtClean="0"/>
              <a:t>import *</a:t>
            </a:r>
          </a:p>
          <a:p>
            <a:r>
              <a:rPr lang="en-US" altLang="zh-CN" dirty="0" err="1" smtClean="0"/>
              <a:t>c_clear</a:t>
            </a:r>
            <a:r>
              <a:rPr lang="en-US" altLang="zh-CN" dirty="0" smtClean="0"/>
              <a:t>()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c_clear</a:t>
            </a:r>
            <a:r>
              <a:rPr lang="en-US" altLang="zh-CN" dirty="0" smtClean="0"/>
              <a:t>()#</a:t>
            </a:r>
            <a:r>
              <a:rPr lang="zh-CN" altLang="en-US" dirty="0" smtClean="0"/>
              <a:t>这是清屏用的</a:t>
            </a:r>
            <a:endParaRPr lang="zh-CN" altLang="en-US" dirty="0"/>
          </a:p>
        </p:txBody>
      </p:sp>
    </p:spTree>
  </p:cSld>
  <p:clrMapOvr>
    <a:masterClrMapping/>
  </p:clrMapOvr>
  <p:transition>
    <p:pull dir="ru"/>
    <p:sndAc>
      <p:stSnd>
        <p:snd r:embed="rId2" name="breeze.wav" builtIn="1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7.c _</a:t>
            </a:r>
            <a:r>
              <a:rPr lang="en-US" altLang="zh-CN" dirty="0" err="1" smtClean="0"/>
              <a:t>tclear</a:t>
            </a:r>
            <a:r>
              <a:rPr lang="en-US" altLang="zh-CN" dirty="0" smtClean="0"/>
              <a:t>(t)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rychen.clear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c_tclear</a:t>
            </a:r>
            <a:r>
              <a:rPr lang="en-US" altLang="zh-CN" dirty="0" smtClean="0"/>
              <a:t>(5)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c_tclear</a:t>
            </a:r>
            <a:r>
              <a:rPr lang="en-US" altLang="zh-CN" dirty="0" smtClean="0"/>
              <a:t>(t)#</a:t>
            </a:r>
            <a:r>
              <a:rPr lang="zh-CN" altLang="en-US" dirty="0" smtClean="0"/>
              <a:t>先</a:t>
            </a:r>
            <a:r>
              <a:rPr lang="en-US" altLang="zh-CN" dirty="0" err="1" smtClean="0"/>
              <a:t>sleept</a:t>
            </a:r>
            <a:r>
              <a:rPr lang="zh-CN" altLang="en-US" dirty="0" smtClean="0"/>
              <a:t>秒再清屏</a:t>
            </a:r>
            <a:endParaRPr lang="zh-CN" altLang="en-US" dirty="0"/>
          </a:p>
        </p:txBody>
      </p:sp>
    </p:spTree>
  </p:cSld>
  <p:clrMapOvr>
    <a:masterClrMapping/>
  </p:clrMapOvr>
  <p:transition>
    <p:pull dir="rd"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 </a:t>
            </a:r>
            <a:r>
              <a:rPr lang="en-US" altLang="zh-CN" dirty="0" err="1" smtClean="0"/>
              <a:t>c_tk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rychen.tk </a:t>
            </a:r>
            <a:r>
              <a:rPr lang="en-US" altLang="zh-CN" dirty="0" smtClean="0"/>
              <a:t>import *</a:t>
            </a:r>
          </a:p>
          <a:p>
            <a:r>
              <a:rPr lang="en-US" altLang="zh-CN" dirty="0" err="1" smtClean="0"/>
              <a:t>c_tk</a:t>
            </a:r>
            <a:r>
              <a:rPr lang="en-US" altLang="zh-CN" dirty="0" smtClean="0"/>
              <a:t>()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c_tk</a:t>
            </a:r>
            <a:r>
              <a:rPr lang="en-US" altLang="zh-CN" dirty="0" smtClean="0"/>
              <a:t>()#</a:t>
            </a:r>
            <a:r>
              <a:rPr lang="zh-CN" altLang="en-US" dirty="0" smtClean="0"/>
              <a:t>一款登录器</a:t>
            </a:r>
            <a:endParaRPr lang="zh-CN" altLang="en-US" dirty="0"/>
          </a:p>
        </p:txBody>
      </p:sp>
    </p:spTree>
  </p:cSld>
  <p:clrMapOvr>
    <a:masterClrMapping/>
  </p:clrMapOvr>
  <p:transition>
    <p:pull dir="r"/>
    <p:sndAc>
      <p:stSnd>
        <p:snd r:embed="rId2" name="push.wav" builtIn="1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9.c_spark(“…”,</a:t>
            </a:r>
            <a:r>
              <a:rPr lang="zh-CN" altLang="en-US" dirty="0" smtClean="0"/>
              <a:t>数字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rychen.spark</a:t>
            </a:r>
            <a:r>
              <a:rPr lang="en-US" altLang="zh-CN" dirty="0" smtClean="0"/>
              <a:t> </a:t>
            </a:r>
            <a:r>
              <a:rPr lang="en-US" altLang="zh-CN" dirty="0" smtClean="0"/>
              <a:t>import *</a:t>
            </a:r>
          </a:p>
          <a:p>
            <a:r>
              <a:rPr lang="en-US" altLang="zh-CN" dirty="0" err="1" smtClean="0"/>
              <a:t>c_spark</a:t>
            </a:r>
            <a:r>
              <a:rPr lang="en-US" altLang="zh-CN" dirty="0" smtClean="0"/>
              <a:t>("</a:t>
            </a:r>
            <a:r>
              <a:rPr lang="zh-CN" altLang="en-US" dirty="0" smtClean="0"/>
              <a:t>陈锦奕最帅</a:t>
            </a:r>
            <a:r>
              <a:rPr lang="en-US" altLang="zh-CN" dirty="0" smtClean="0"/>
              <a:t>",10)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c_spark</a:t>
            </a:r>
            <a:r>
              <a:rPr lang="zh-CN" altLang="en-US" dirty="0" smtClean="0"/>
              <a:t>，是闪烁</a:t>
            </a:r>
            <a:r>
              <a:rPr lang="en-US" altLang="zh-CN" dirty="0" err="1" smtClean="0"/>
              <a:t>c_spark</a:t>
            </a:r>
            <a:r>
              <a:rPr lang="zh-CN" altLang="en-US" dirty="0" smtClean="0"/>
              <a:t>接收两个参数，第一个是你要写出来的句子，第二个是闪烁次数 代码示例：</a:t>
            </a:r>
            <a:r>
              <a:rPr lang="en-US" altLang="zh-CN" dirty="0" err="1" smtClean="0"/>
              <a:t>c_spark</a:t>
            </a:r>
            <a:r>
              <a:rPr lang="en-US" altLang="zh-CN" dirty="0" smtClean="0"/>
              <a:t>('hello',10)——</a:t>
            </a:r>
            <a:r>
              <a:rPr lang="zh-CN" altLang="en-US" dirty="0" smtClean="0"/>
              <a:t>这样“</a:t>
            </a:r>
            <a:r>
              <a:rPr lang="en-US" altLang="zh-CN" dirty="0" smtClean="0"/>
              <a:t>hello”</a:t>
            </a:r>
            <a:r>
              <a:rPr lang="zh-CN" altLang="en-US" dirty="0" smtClean="0"/>
              <a:t>这个句子就会闪烁</a:t>
            </a:r>
            <a:r>
              <a:rPr lang="en-US" altLang="zh-CN" dirty="0" smtClean="0"/>
              <a:t>10</a:t>
            </a:r>
            <a:r>
              <a:rPr lang="zh-CN" altLang="en-US" dirty="0" smtClean="0"/>
              <a:t>次了！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10.c_music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rychen.music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c_music</a:t>
            </a:r>
            <a:r>
              <a:rPr lang="en-US" altLang="zh-CN" dirty="0" smtClean="0"/>
              <a:t>("</a:t>
            </a:r>
            <a:r>
              <a:rPr lang="zh-CN" altLang="en-US" dirty="0" smtClean="0"/>
              <a:t>音乐名</a:t>
            </a:r>
            <a:r>
              <a:rPr lang="en-US" altLang="zh-CN" dirty="0" smtClean="0"/>
              <a:t>.</a:t>
            </a:r>
            <a:r>
              <a:rPr lang="zh-CN" altLang="en-US" dirty="0" smtClean="0"/>
              <a:t>音乐格式</a:t>
            </a:r>
            <a:r>
              <a:rPr lang="en-US" altLang="zh-CN" dirty="0" smtClean="0"/>
              <a:t>")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89</TotalTime>
  <Words>461</Words>
  <PresentationFormat>全屏显示(4:3)</PresentationFormat>
  <Paragraphs>47</Paragraphs>
  <Slides>11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暗香扑面</vt:lpstr>
      <vt:lpstr>rychen库的使用方法</vt:lpstr>
      <vt:lpstr>1.c_print逐字输出</vt:lpstr>
      <vt:lpstr>2. c_tkprint</vt:lpstr>
      <vt:lpstr>3.c_card</vt:lpstr>
      <vt:lpstr>4.输出logo</vt:lpstr>
      <vt:lpstr>5.等待</vt:lpstr>
      <vt:lpstr>6. c_clear</vt:lpstr>
      <vt:lpstr>7.c _tclear(t)</vt:lpstr>
      <vt:lpstr>8. c_tk</vt:lpstr>
      <vt:lpstr>9.c_spark(“…”,数字)</vt:lpstr>
      <vt:lpstr>10.c_music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Cjy库的使用方法</dc:title>
  <dc:creator>Administrator</dc:creator>
  <cp:lastModifiedBy>XY</cp:lastModifiedBy>
  <cp:revision>13</cp:revision>
  <dcterms:created xsi:type="dcterms:W3CDTF">2021-04-02T12:55:12Z</dcterms:created>
  <dcterms:modified xsi:type="dcterms:W3CDTF">2021-05-04T07:02:41Z</dcterms:modified>
</cp:coreProperties>
</file>